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5a1eea7d204794" /><Relationship Type="http://schemas.openxmlformats.org/officeDocument/2006/relationships/extended-properties" Target="/docProps/app.xml" Id="R513e5bdf93734a98" /><Relationship Type="http://schemas.openxmlformats.org/officeDocument/2006/relationships/officeDocument" Target="/ppt/presentation.xml" Id="R97a133ba68ea4b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228ed8eb44fc6"/>
  </p:sldMasterIdLst>
  <p:notesMasterIdLst>
    <p:notesMasterId xmlns:r="http://schemas.openxmlformats.org/officeDocument/2006/relationships" r:id="R0392d49ddd594974"/>
  </p:notesMasterIdLst>
  <p:sldIdLst>
    <p:sldId xmlns:r="http://schemas.openxmlformats.org/officeDocument/2006/relationships" id="256" r:id="R90795a6891ce4a4d"/>
    <p:sldId xmlns:r="http://schemas.openxmlformats.org/officeDocument/2006/relationships" id="257" r:id="R9b9809383ab6437a"/>
    <p:sldId xmlns:r="http://schemas.openxmlformats.org/officeDocument/2006/relationships" id="258" r:id="R4ed609abc7174b4a"/>
    <p:sldId xmlns:r="http://schemas.openxmlformats.org/officeDocument/2006/relationships" id="259" r:id="R6cfe9079db5f4e13"/>
    <p:sldId xmlns:r="http://schemas.openxmlformats.org/officeDocument/2006/relationships" id="260" r:id="R1eb3ba157d564ce3"/>
    <p:sldId xmlns:r="http://schemas.openxmlformats.org/officeDocument/2006/relationships" id="261" r:id="R0499a566796e4e80"/>
    <p:sldId xmlns:r="http://schemas.openxmlformats.org/officeDocument/2006/relationships" id="262" r:id="R6555679093b34118"/>
    <p:sldId xmlns:r="http://schemas.openxmlformats.org/officeDocument/2006/relationships" id="263" r:id="Rb9258eca7bec4d4b"/>
    <p:sldId xmlns:r="http://schemas.openxmlformats.org/officeDocument/2006/relationships" id="264" r:id="R2a36863761a0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ff996a8f0d49a2" /><Relationship Type="http://schemas.openxmlformats.org/officeDocument/2006/relationships/slideMaster" Target="/ppt/slideMasters/slideMaster1.xml" Id="R550228ed8eb44fc6" /><Relationship Type="http://schemas.openxmlformats.org/officeDocument/2006/relationships/notesMaster" Target="/ppt/notesMasters/notesMaster1.xml" Id="R0392d49ddd594974" /><Relationship Type="http://schemas.openxmlformats.org/officeDocument/2006/relationships/presProps" Target="/ppt/presProps.xml" Id="R92a1ea4a8df44b5b" /><Relationship Type="http://schemas.openxmlformats.org/officeDocument/2006/relationships/tableStyles" Target="/ppt/tableStyles.xml" Id="R20aa2c63efd240b1" /><Relationship Type="http://schemas.openxmlformats.org/officeDocument/2006/relationships/slide" Target="/ppt/slides/slide1.xml" Id="R90795a6891ce4a4d" /><Relationship Type="http://schemas.openxmlformats.org/officeDocument/2006/relationships/slide" Target="/ppt/slides/slide2.xml" Id="R9b9809383ab6437a" /><Relationship Type="http://schemas.openxmlformats.org/officeDocument/2006/relationships/slide" Target="/ppt/slides/slide3.xml" Id="R4ed609abc7174b4a" /><Relationship Type="http://schemas.openxmlformats.org/officeDocument/2006/relationships/slide" Target="/ppt/slides/slide4.xml" Id="R6cfe9079db5f4e13" /><Relationship Type="http://schemas.openxmlformats.org/officeDocument/2006/relationships/slide" Target="/ppt/slides/slide5.xml" Id="R1eb3ba157d564ce3" /><Relationship Type="http://schemas.openxmlformats.org/officeDocument/2006/relationships/slide" Target="/ppt/slides/slide6.xml" Id="R0499a566796e4e80" /><Relationship Type="http://schemas.openxmlformats.org/officeDocument/2006/relationships/slide" Target="/ppt/slides/slide7.xml" Id="R6555679093b34118" /><Relationship Type="http://schemas.openxmlformats.org/officeDocument/2006/relationships/slide" Target="/ppt/slides/slide8.xml" Id="Rb9258eca7bec4d4b" /><Relationship Type="http://schemas.openxmlformats.org/officeDocument/2006/relationships/slide" Target="/ppt/slides/slide9.xml" Id="R2a36863761a0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2754a419a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2d768c5de48be" /><Relationship Type="http://schemas.openxmlformats.org/officeDocument/2006/relationships/notesMaster" Target="/ppt/notesMasters/notesMaster1.xml" Id="R761105a45f254a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35f679c6fb4e70" /><Relationship Type="http://schemas.openxmlformats.org/officeDocument/2006/relationships/notesMaster" Target="/ppt/notesMasters/notesMaster1.xml" Id="R2f34d834e4b6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5fd4aedd8e4ec2" /><Relationship Type="http://schemas.openxmlformats.org/officeDocument/2006/relationships/notesMaster" Target="/ppt/notesMasters/notesMaster1.xml" Id="R1786c14efb9142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ad8add5c141e4" /><Relationship Type="http://schemas.openxmlformats.org/officeDocument/2006/relationships/notesMaster" Target="/ppt/notesMasters/notesMaster1.xml" Id="Ree9c4a4052c8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8af8157d204063" /><Relationship Type="http://schemas.openxmlformats.org/officeDocument/2006/relationships/notesMaster" Target="/ppt/notesMasters/notesMaster1.xml" Id="Re319944a601246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4d17148466466e" /><Relationship Type="http://schemas.openxmlformats.org/officeDocument/2006/relationships/notesMaster" Target="/ppt/notesMasters/notesMaster1.xml" Id="Rd2f9daedf937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8bb2ec72994857" /><Relationship Type="http://schemas.openxmlformats.org/officeDocument/2006/relationships/notesMaster" Target="/ppt/notesMasters/notesMaster1.xml" Id="R0165f7e46f3d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a945e42f754d21" /><Relationship Type="http://schemas.openxmlformats.org/officeDocument/2006/relationships/notesMaster" Target="/ppt/notesMasters/notesMaster1.xml" Id="R00af0962706c4d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7cdd4dd8a4238" /><Relationship Type="http://schemas.openxmlformats.org/officeDocument/2006/relationships/notesMaster" Target="/ppt/notesMasters/notesMaster1.xml" Id="Ra3f6eeb03bf24a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氏名は未提示のため記載していない。出典：1.jpg、4.jpg。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出典：ユーザー提供の1.jpg、2.jpg、3.jpg。記載内容を要約。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出典：ユーザー提供の1.jpg。記載内容を要約。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出典：ユーザー提供の1.jpg。記載内容を要約。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出典：ユーザー提供の2.jpg、3.jpg。記載内容を要約。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出典：ユーザー提供の2.jpg、3.jpg。記載内容を要約。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出典：ユーザー提供の2.jpg。記載内容を要約。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出典：ユーザー提供の4.jpg、1.jpg。記載内容を要約。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出典：ユーザー提供の1.jpg、2.jpg、3.jpg、4.jpg。記載内容を要約。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d5ff13b894c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0f6df7f4f4f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7f435e7f443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6c8e437af45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2788208f448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63727c96043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552D77-BB3A-410A-9C62-A9D6DC58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E5B5D9-E7FA-4473-A959-00A4126B9D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F6300F-0FD8-4418-9550-9C29AEC023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E4207C9-EA32-4303-A87B-4B03364F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05DBAB-0635-44C5-989B-F6B742C33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29B4685-4E69-44E0-B15D-BA2D4E3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4F6FB8-FE25-4A63-A1F8-E52C8D08B7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95DB985-1C8D-41D9-8A07-9954D3DE4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BB76326-818A-4684-9269-3FAC70B2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6D2206-924B-4CEB-B96E-6CF2D96EC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566800-76F3-4638-B043-B1064B347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CC8B91-727D-41CC-896D-F2F249B8FC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8006901-9862-4C27-97A6-6D0060C7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299B16-09E8-47C5-AA87-8A5818216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566BC8-3962-4667-8BEB-4CD4CCFEAC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32d657ba164cc9" /><Relationship Type="http://schemas.openxmlformats.org/officeDocument/2006/relationships/slideLayout" Target="/ppt/slideLayouts/slideLayout1.xml" Id="R0efeb1ca6b174850" /><Relationship Type="http://schemas.openxmlformats.org/officeDocument/2006/relationships/slideLayout" Target="/ppt/slideLayouts/slideLayout2.xml" Id="R09618ad6797b401d" /><Relationship Type="http://schemas.openxmlformats.org/officeDocument/2006/relationships/slideLayout" Target="/ppt/slideLayouts/slideLayout3.xml" Id="Rf89512f8a0f544ba" /><Relationship Type="http://schemas.openxmlformats.org/officeDocument/2006/relationships/slideLayout" Target="/ppt/slideLayouts/slideLayout4.xml" Id="R0d4a63175a994cdb" /><Relationship Type="http://schemas.openxmlformats.org/officeDocument/2006/relationships/slideLayout" Target="/ppt/slideLayouts/slideLayout5.xml" Id="R4905a470eff4420c" /><Relationship Type="http://schemas.openxmlformats.org/officeDocument/2006/relationships/slideLayout" Target="/ppt/slideLayouts/slideLayout6.xml" Id="Rdb07f441e5c6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eb1ca6b174850"/>
    <p:sldLayoutId xmlns:r="http://schemas.openxmlformats.org/officeDocument/2006/relationships" id="2147483650" r:id="R09618ad6797b401d"/>
    <p:sldLayoutId xmlns:r="http://schemas.openxmlformats.org/officeDocument/2006/relationships" id="2147483651" r:id="Rf89512f8a0f544ba"/>
    <p:sldLayoutId xmlns:r="http://schemas.openxmlformats.org/officeDocument/2006/relationships" id="2147483652" r:id="R0d4a63175a994cdb"/>
    <p:sldLayoutId xmlns:r="http://schemas.openxmlformats.org/officeDocument/2006/relationships" id="2147483653" r:id="R4905a470eff4420c"/>
    <p:sldLayoutId xmlns:r="http://schemas.openxmlformats.org/officeDocument/2006/relationships" id="2147483654" r:id="Rdb07f441e5c6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7e2ab67474fe6" /><Relationship Type="http://schemas.openxmlformats.org/officeDocument/2006/relationships/notesSlide" Target="/ppt/notesSlides/notesSlide1.xml" Id="Rcb6e6376c27c43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43b958aa14abf" /><Relationship Type="http://schemas.openxmlformats.org/officeDocument/2006/relationships/notesSlide" Target="/ppt/notesSlides/notesSlide2.xml" Id="R18b9d05fab3347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bd9bd65e64661" /><Relationship Type="http://schemas.openxmlformats.org/officeDocument/2006/relationships/notesSlide" Target="/ppt/notesSlides/notesSlide3.xml" Id="Rcddd6e8b354c43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1583c675f4667" /><Relationship Type="http://schemas.openxmlformats.org/officeDocument/2006/relationships/notesSlide" Target="/ppt/notesSlides/notesSlide4.xml" Id="Rb3a2be45ba8d41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dc90f32444866" /><Relationship Type="http://schemas.openxmlformats.org/officeDocument/2006/relationships/notesSlide" Target="/ppt/notesSlides/notesSlide5.xml" Id="R3dc74cee5e18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a59230d2f04029" /><Relationship Type="http://schemas.openxmlformats.org/officeDocument/2006/relationships/notesSlide" Target="/ppt/notesSlides/notesSlide6.xml" Id="R99438f2072fe4b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0dc60df2b438f" /><Relationship Type="http://schemas.openxmlformats.org/officeDocument/2006/relationships/notesSlide" Target="/ppt/notesSlides/notesSlide7.xml" Id="R941db9ccfb2f46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a66345bf94791" /><Relationship Type="http://schemas.openxmlformats.org/officeDocument/2006/relationships/notesSlide" Target="/ppt/notesSlides/notesSlide8.xml" Id="Rb81139cf6fad49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fe94d57964774" /><Relationship Type="http://schemas.openxmlformats.org/officeDocument/2006/relationships/notesSlide" Target="/ppt/notesSlides/notesSlide9.xml" Id="Rb545a013078d49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5C625-06FA-4FF1-894D-E20B3095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自己アピール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1C96F-D2E8-4B77-ABA7-39DC6A7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AI・Python研究と制御開発研修で培った学習力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27ED9-4272-4EE3-B1F2-F2CED492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探究心を持ち、自ら調べて理解を深める</a:t>
            </a:r>
          </a:p>
        </p:txBody>
      </p:sp>
    </p:spTree>
    <p:extLst>
      <p:ext uri="{BB962C8B-B14F-4D97-AF65-F5344CB8AC3E}">
        <p14:creationId xmlns:p14="http://schemas.microsoft.com/office/powerpoint/2010/main" val="746748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2CF83-31A5-4B2F-B1D1-AC7ACB3E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経験・スキルの概要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6F2A6-70EA-4A07-A15B-D265FFA7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研究経験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F47C0-26B4-4F7B-83A7-38CF693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Pythonを用いたGCNモデルの構築と評価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ネットワーク構造からCFAの脆弱箇所を識別する研究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C87D7-7EC5-4476-BE6E-F0DE36A8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制御開発研修 　2026年4月～5月31日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272CE-C52C-4B90-B51A-90607C8E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C言語、組込み制御、UNIX、MATLAB／Simulinkの基礎を学習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Linux（Ubuntu）、gcc／g++を使用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EFCF8-F4DF-4C6F-932D-38F4FD4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言語・開発環境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98002-9121-4B54-B3F5-FDC6331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C、Python、VB（VB6.0以前）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C#の研修環境：Visual Studio 2019 Pro（実施条件付き）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B950E-3B6F-48A3-88D1-07D33F2E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3587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20580-7866-415A-ACCA-E3B7C02C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研究経験：GCNによるCFAの脆弱エリア抽出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8D2D0-0814-4F2F-B6E7-79CE4E9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研究の目的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0E1C5-697D-491B-9F9E-40757EDB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CFA（Crossfire Attack）が狙う通信経路に対して、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ネットワーク構造から脆弱箇所を特定する。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8B4B9-9590-459C-880E-58D7048C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取り組み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469C-CF88-461D-B7AF-15B2CAEA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PythonでGCNモデルを構築。GraphTuneで生成した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異なる構造のネットワークデータを用いて学習・評価を実施。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068D4-C7FE-4AE6-8F1C-E4E3A247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BC59F-24F0-48A6-A458-2463A93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GCNによってネットワーク内の脆弱箇所を識別できることを確認。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構造の違いが脆弱性判定に与える影響を分析。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E5ECB-CFCB-42E3-8DAF-3EDD367D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6794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9F8BB-44EF-4B74-926F-6A624B4C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研究を通じて身につけたこと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06C1-7767-4D6D-99BF-3F271CEE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機械学習の一連のプロセス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8B34F-008F-4D2A-8215-72A37D18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データ前処理からモデル構築、学習条件の調整、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評価結果の分析までを経験。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4E7AF-4DE0-4B07-A391-AF7680D5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結果を確かめながら進める姿勢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2280A-387E-40A1-8CF0-5487D6A6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異なるネットワーク構造で結果を比較し、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条件と判定結果の関係を検討。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7177-DFF2-42BE-9FF1-B2250301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AI技術の自主学習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91B54-EE75-452B-A4F7-2EE34E2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TransformerのSelf-Attention、Embedding、Encoder／Decoderを学習。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LLMの事前学習、Fine-tuning、プロンプト設計の理解を深めた。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27981-822E-4FDC-98EF-C26F275F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0419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4E5D7-E53B-4D29-B4C4-AD80FF5D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制御開発研修：設計・実装・評価の基礎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9C7E6-30F8-4FEC-BD8D-1979E4E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開発の進め方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27CEB-E31F-4E70-B83B-BF7E740B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V字工程、MISRA-C、関数メトリクス、WB／BB評価を学習。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フローチャート、タイミングチャート、状態遷移図・表を学習。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293CA-5493-4A93-A634-F84D882F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C言語の基礎と応用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F680B-68AE-46C1-BF94-4018C163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条件分岐、繰り返し、変数・関数、算術・論理演算、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ポインタ、配列、構造体を学習。V字工程を実践して開発。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DAB19-1D7E-4736-BBBE-C35B6E6E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開発環境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78E3F-7B15-4102-AD69-47C16487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Linux（Ubuntu）、gcc／g++を使用。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UNIXのファイル、プロセス、システムコール、シグナル、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プロセス間通信、スレッドプログラミングを学習。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EF39E-F03A-4332-9F51-40238D3F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3121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EEDCC-C49E-4B10-B809-02518F56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制御開発研修：組込み・実機・モデル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14472-3A7E-4130-AA1E-5B774546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組込みの基礎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B8F0F-78E4-4B7E-BBF7-FC3EAEF5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進数、論理・数値演算、符号、ハードウェア、システム構成。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タイマ、割込み、AD変換、PWMを学習。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03787-1F33-479C-9E8E-399EC563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実機制御とモデル作成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0D3E1-F1CF-40FE-8088-D3670B1F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C言語でLED、スイッチ、モータ、センサ、LCD等の制御を学習。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I2C・SPIのインタフェースとMATLAB／Simulinkの操作を学習。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0E2D1-BBD0-41AA-AA07-691ECB9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研修の実施条件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FD56E-3820-4E2A-8D83-22165EC1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C++／C#、オブジェクト指向、クラス、継承、オーバーロードは、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顧客要望・契約時期に応じて実施する項目として記載。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3E069-E8C3-473F-9093-6DFE1525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9457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2C4A6-688B-419E-900A-194FFF0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ビジネス研修とコミュニケーション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86785-04EF-4B9D-999B-7E4BC380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品質・安全への意識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6E195-AA04-4A60-A548-29C47B50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コンプライアンス、セキュリティ、品質マネジメント、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プライバシーマーク、安全衛生教育を受講。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CB3C2-BE90-433E-AB19-96CE990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業務の基礎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4E858-319B-439D-AA37-DDA03E2F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ビジネスマナー、ロジカルシンキング、プレゼンテーション、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タイムマネジメントを学習。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E705D-6853-4364-B7C6-6EFFFCF1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日々のグループディスカッション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3349F-EC2B-4658-8E04-AD49BCB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議事進行と議事録作成を経験。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議論の要点を整理し、分かりやすく伝える練習を重ねた。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B0BC3-DE8F-466A-91D3-E17EBFF0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247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13F3C-F02F-4E27-B4EB-0CA4FB3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英語力と私の強み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3EE38-C3B3-4F5F-89F5-9D748AF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英語試験の実績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47400-EBD7-46F8-9DA0-BF331CB9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TOEIC 890点（2022年）／880点（2023年）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TOEFL iBT 77点（2022年）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19608-24D1-487B-98BE-9D26E7FB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探究心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47BCE-D5D4-4C51-BAE5-AFBF52A6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理解できないことがあれば自ら調べ、知識を深めてきた。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研究でも新しい技術や知識を取り入れ、解決方法を探求。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F7210-D0A9-4611-A1A9-C716C0C3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新しい知識を吸収する力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41398-B71F-44A1-B505-438E174D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GCNの研究に加え、TransformerやLLMの基礎を自主学習。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興味を持った技術を継続して学ぶ姿勢を大切にしている。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A460B-986F-44C7-93FE-4396C95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15726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6124E-9231-43BE-A6A6-74A7DC58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業務で活かしたいこと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C0927-34F4-4F68-B421-F6C95D91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未知の技術を自ら学ぶ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C13CA-30C1-4B5E-BBAA-B2DF031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必要な知識を調べ、実装や検証を通じて理解を深めたい。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AI研究と制御開発研修で得た学習経験を活かす。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4E020-2486-4944-B049-F1A12F67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根拠を持って問題を考える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4DB97-872A-4E49-AD6D-BE574CEF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条件を整理し、結果を比較しながら原因を検討したい。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研究で経験したデータ分析・評価の姿勢を業務につなげる。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035CE-09EB-40C0-A637-02E0A16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47C87"/>
                </a:solidFill>
                <a:latin typeface="Noto Sans CJK JP"/>
                <a:ea typeface="Noto Sans CJK JP"/>
                <a:cs typeface="Noto Sans CJK JP"/>
              </a:rPr>
              <a:t>周囲と認識を合わせて進める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4C84C-4BB1-4509-BD08-3D4AEEE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研修で学んだ品質・安全の考え方を大切にし、</a:t>
            </a:r>
          </a:p>
          <a:p xmlns:a="http://schemas.openxmlformats.org/drawingml/2006/main">
            <a:pPr>
              <a:def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8354A"/>
                </a:solidFill>
                <a:latin typeface="Noto Sans CJK JP"/>
                <a:ea typeface="Noto Sans CJK JP"/>
                <a:cs typeface="Noto Sans CJK JP"/>
              </a:rPr>
              <a:t>疑問点や進捗を共有しながら、担当業務を着実に進めたい。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0D486-EB46-467C-BC8F-7A0C33C0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6B7780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0079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2026-10-07T00:24:55.7790000Z</dcterms:created>
  <dcterms:modified xsi:type="dcterms:W3CDTF">2026-10-07T00:24:55.7790000Z</dcterms:modified>
</coreProperties>
</file>